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Představení tématu: aplikace, která umí sama uspořádat nepořádek ve složce se soubory.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Každý zná složku Stažené soubory, kde je všechno dohromady. Cílem bylo udělat nástroj, který to uspořádá na pár kliknutí a nic přitom nezničí.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 je v Pythonu s knihovnou Flask. Vzhled a ovládání jsou v HTML, CSS a JavaScriptu. JavaScript komunikuje se serverem přes REST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Klasická architektura klient–server. Prohlížeč posílá požadavky, Flask je zpracuje a pracuje se souborovým systémem.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Základ je běžný průzkumník: procházení složek, nahrávání, mazání, přejmenování, náhled souborů a vyhledávání.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Uživatel vybere pravidlo, aplikace nejdřív ukáže náhled a až po potvrzení soubory přesune.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Vlevo nepořádek v jedné složce, vpravo výsledek po třídění podle typu.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Protože aplikace přesouvá a maže soubory, je bezpečnost důležitá. Aplikace pracuje jen ve složce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Stačí mít nainstalovaný Python. Návod je i v souboru 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Shrnutí: cíl byl splněn. Do budoucna by šlo přidat vlastní pravidla a automatické třídění na pozadí.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2B3A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F6BED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371600"/>
            <a:ext cx="74980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83464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18288"/>
          </a:xfrm>
          <a:prstGeom prst="rect">
            <a:avLst/>
          </a:prstGeom>
          <a:solidFill>
            <a:srgbClr val="E3E7E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28600" cy="868680"/>
          </a:xfrm>
          <a:prstGeom prst="rect">
            <a:avLst/>
          </a:prstGeom>
          <a:solidFill>
            <a:srgbClr val="4F6BED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9144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Automatický organizátor souborů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8346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Webová aplikace ve stylu průzkumníka souborů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9A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Ročníková práce · Patrik Mičian ·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a co jsem vytvořil</a:t>
            </a:r>
            <a:endParaRPr lang="en-US" sz="2600" dirty="0"/>
          </a:p>
        </p:txBody>
      </p:sp>
      <p:sp>
        <p:nvSpPr>
          <p:cNvPr id="4" name="Problém štítek"/>
          <p:cNvSpPr txBox="1"/>
          <p:nvPr/>
        </p:nvSpPr>
        <p:spPr>
          <a:xfrm>
            <a:off x="54864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</a:t>
            </a:r>
            <a:endParaRPr lang="en-US" sz="1400" dirty="0"/>
          </a:p>
        </p:txBody>
      </p:sp>
      <p:sp>
        <p:nvSpPr>
          <p:cNvPr id="5" name="Problém text"/>
          <p:cNvSpPr txBox="1"/>
          <p:nvPr/>
        </p:nvSpPr>
        <p:spPr>
          <a:xfrm>
            <a:off x="548640" y="15087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Stažené soubory, fotky a dokumenty se hromadí v jedné složce. Ruční třídění zabere hodně času a snadno se v něm chybuje.</a:t>
            </a:r>
            <a:endParaRPr lang="en-US" sz="1500" dirty="0"/>
          </a:p>
        </p:txBody>
      </p:sp>
      <p:sp>
        <p:nvSpPr>
          <p:cNvPr id="6" name="Řešení štítek"/>
          <p:cNvSpPr txBox="1"/>
          <p:nvPr/>
        </p:nvSpPr>
        <p:spPr>
          <a:xfrm>
            <a:off x="475488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Řešení</a:t>
            </a:r>
            <a:endParaRPr lang="en-US" sz="1400" dirty="0"/>
          </a:p>
        </p:txBody>
      </p:sp>
      <p:sp>
        <p:nvSpPr>
          <p:cNvPr id="7" name="Řešení text"/>
          <p:cNvSpPr txBox="1"/>
          <p:nvPr/>
        </p:nvSpPr>
        <p:spPr>
          <a:xfrm>
            <a:off x="4754880" y="15087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Webová aplikace, která funguje jako průzkumník souborů a umí soubory automaticky roztřídit do složek podle zvoleného pravidla.</a:t>
            </a:r>
            <a:endParaRPr lang="en-US" sz="1500" dirty="0"/>
          </a:p>
        </p:txBody>
      </p:sp>
      <p:sp>
        <p:nvSpPr>
          <p:cNvPr id="8" name="Číslo karta 1"/>
          <p:cNvSpPr/>
          <p:nvPr/>
        </p:nvSpPr>
        <p:spPr>
          <a:xfrm>
            <a:off x="548640" y="315468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9" name="Číslo 1"/>
          <p:cNvSpPr txBox="1"/>
          <p:nvPr/>
        </p:nvSpPr>
        <p:spPr>
          <a:xfrm>
            <a:off x="548640" y="3246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6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Číslo popis 1"/>
          <p:cNvSpPr txBox="1"/>
          <p:nvPr/>
        </p:nvSpPr>
        <p:spPr>
          <a:xfrm>
            <a:off x="640080" y="3931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režimy třídění</a:t>
            </a:r>
            <a:endParaRPr lang="en-US" sz="1250" dirty="0"/>
          </a:p>
        </p:txBody>
      </p:sp>
      <p:sp>
        <p:nvSpPr>
          <p:cNvPr id="11" name="Číslo karta 2"/>
          <p:cNvSpPr/>
          <p:nvPr/>
        </p:nvSpPr>
        <p:spPr>
          <a:xfrm>
            <a:off x="3291840" y="315468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2" name="Číslo 2"/>
          <p:cNvSpPr txBox="1"/>
          <p:nvPr/>
        </p:nvSpPr>
        <p:spPr>
          <a:xfrm>
            <a:off x="3291840" y="3246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6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Číslo popis 2"/>
          <p:cNvSpPr txBox="1"/>
          <p:nvPr/>
        </p:nvSpPr>
        <p:spPr>
          <a:xfrm>
            <a:off x="3383280" y="3931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jazyky: Python, HTML/CSS, JS</a:t>
            </a:r>
            <a:endParaRPr lang="en-US" sz="1250" dirty="0"/>
          </a:p>
        </p:txBody>
      </p:sp>
      <p:sp>
        <p:nvSpPr>
          <p:cNvPr id="14" name="Číslo karta 3"/>
          <p:cNvSpPr/>
          <p:nvPr/>
        </p:nvSpPr>
        <p:spPr>
          <a:xfrm>
            <a:off x="6035040" y="315468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5" name="Číslo 3"/>
          <p:cNvSpPr txBox="1"/>
          <p:nvPr/>
        </p:nvSpPr>
        <p:spPr>
          <a:xfrm>
            <a:off x="6035040" y="3246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6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6" name="Číslo popis 3"/>
          <p:cNvSpPr txBox="1"/>
          <p:nvPr/>
        </p:nvSpPr>
        <p:spPr>
          <a:xfrm>
            <a:off x="6126480" y="3931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pro vrácení změn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Použité technologie</a:t>
            </a:r>
            <a:endParaRPr lang="en-US" sz="2600" dirty="0"/>
          </a:p>
        </p:txBody>
      </p:sp>
      <p:sp>
        <p:nvSpPr>
          <p:cNvPr id="4" name="Python karta"/>
          <p:cNvSpPr/>
          <p:nvPr/>
        </p:nvSpPr>
        <p:spPr>
          <a:xfrm>
            <a:off x="548640" y="118872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5" name="Python akcent"/>
          <p:cNvSpPr/>
          <p:nvPr/>
        </p:nvSpPr>
        <p:spPr>
          <a:xfrm>
            <a:off x="548640" y="1353312"/>
            <a:ext cx="64008" cy="457200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6" name="Python nadpis"/>
          <p:cNvSpPr txBox="1"/>
          <p:nvPr/>
        </p:nvSpPr>
        <p:spPr>
          <a:xfrm>
            <a:off x="777240" y="12984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endParaRPr lang="en-US" sz="1600" dirty="0"/>
          </a:p>
        </p:txBody>
      </p:sp>
      <p:sp>
        <p:nvSpPr>
          <p:cNvPr id="7" name="Python text"/>
          <p:cNvSpPr txBox="1"/>
          <p:nvPr/>
        </p:nvSpPr>
        <p:spPr>
          <a:xfrm>
            <a:off x="777240" y="171907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práce se soubory (pathlib, shutil), pravidla třídění, historie změn v JSON.</a:t>
            </a:r>
            <a:endParaRPr lang="en-US" sz="1250" dirty="0"/>
          </a:p>
        </p:txBody>
      </p:sp>
      <p:sp>
        <p:nvSpPr>
          <p:cNvPr id="8" name="HTML karta"/>
          <p:cNvSpPr/>
          <p:nvPr/>
        </p:nvSpPr>
        <p:spPr>
          <a:xfrm>
            <a:off x="4754880" y="118872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9" name="HTML akcent"/>
          <p:cNvSpPr/>
          <p:nvPr/>
        </p:nvSpPr>
        <p:spPr>
          <a:xfrm>
            <a:off x="4754880" y="1353312"/>
            <a:ext cx="64008" cy="457200"/>
          </a:xfrm>
          <a:prstGeom prst="rect">
            <a:avLst/>
          </a:prstGeom>
          <a:solidFill>
            <a:srgbClr val="22B8A5"/>
          </a:solidFill>
          <a:ln w="12700">
            <a:solidFill>
              <a:srgbClr val="22B8A5"/>
            </a:solidFill>
            <a:prstDash val="solid"/>
          </a:ln>
        </p:spPr>
      </p:sp>
      <p:sp>
        <p:nvSpPr>
          <p:cNvPr id="10" name="HTML nadpis"/>
          <p:cNvSpPr txBox="1"/>
          <p:nvPr/>
        </p:nvSpPr>
        <p:spPr>
          <a:xfrm>
            <a:off x="4983480" y="12984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600" dirty="0"/>
          </a:p>
        </p:txBody>
      </p:sp>
      <p:sp>
        <p:nvSpPr>
          <p:cNvPr id="11" name="HTML text"/>
          <p:cNvSpPr txBox="1"/>
          <p:nvPr/>
        </p:nvSpPr>
        <p:spPr>
          <a:xfrm>
            <a:off x="4983480" y="171907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stránky: seznam souborů, postranní panel, dialogová okna.</a:t>
            </a:r>
            <a:endParaRPr lang="en-US" sz="1250" dirty="0"/>
          </a:p>
        </p:txBody>
      </p:sp>
      <p:sp>
        <p:nvSpPr>
          <p:cNvPr id="12" name="CSS karta"/>
          <p:cNvSpPr/>
          <p:nvPr/>
        </p:nvSpPr>
        <p:spPr>
          <a:xfrm>
            <a:off x="548640" y="297180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CSS akcent"/>
          <p:cNvSpPr/>
          <p:nvPr/>
        </p:nvSpPr>
        <p:spPr>
          <a:xfrm>
            <a:off x="548640" y="3136392"/>
            <a:ext cx="64008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CSS nadpis"/>
          <p:cNvSpPr txBox="1"/>
          <p:nvPr/>
        </p:nvSpPr>
        <p:spPr>
          <a:xfrm>
            <a:off x="777240" y="30815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600" dirty="0"/>
          </a:p>
        </p:txBody>
      </p:sp>
      <p:sp>
        <p:nvSpPr>
          <p:cNvPr id="15" name="CSS text"/>
          <p:cNvSpPr txBox="1"/>
          <p:nvPr/>
        </p:nvSpPr>
        <p:spPr>
          <a:xfrm>
            <a:off x="777240" y="350215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Moderní vzhled, světlý i tmavý režim, responzivní rozložení.</a:t>
            </a:r>
            <a:endParaRPr lang="en-US" sz="1250" dirty="0"/>
          </a:p>
        </p:txBody>
      </p:sp>
      <p:sp>
        <p:nvSpPr>
          <p:cNvPr id="16" name="JavaScript karta"/>
          <p:cNvSpPr/>
          <p:nvPr/>
        </p:nvSpPr>
        <p:spPr>
          <a:xfrm>
            <a:off x="4754880" y="297180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7" name="JavaScript akcent"/>
          <p:cNvSpPr/>
          <p:nvPr/>
        </p:nvSpPr>
        <p:spPr>
          <a:xfrm>
            <a:off x="4754880" y="3136392"/>
            <a:ext cx="64008" cy="457200"/>
          </a:xfrm>
          <a:prstGeom prst="rect">
            <a:avLst/>
          </a:prstGeom>
          <a:solidFill>
            <a:srgbClr val="D6455D"/>
          </a:solidFill>
          <a:ln w="12700">
            <a:solidFill>
              <a:srgbClr val="D6455D"/>
            </a:solidFill>
            <a:prstDash val="solid"/>
          </a:ln>
        </p:spPr>
      </p:sp>
      <p:sp>
        <p:nvSpPr>
          <p:cNvPr id="18" name="JavaScript nadpis"/>
          <p:cNvSpPr txBox="1"/>
          <p:nvPr/>
        </p:nvSpPr>
        <p:spPr>
          <a:xfrm>
            <a:off x="4983480" y="30815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9" name="JavaScript text"/>
          <p:cNvSpPr txBox="1"/>
          <p:nvPr/>
        </p:nvSpPr>
        <p:spPr>
          <a:xfrm>
            <a:off x="4983480" y="350215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Dynamické načítání dat, drag &amp; drop nahrávání, komunikace s API (fetch).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aplikace funguje</a:t>
            </a:r>
            <a:endParaRPr lang="en-US" sz="2600" dirty="0"/>
          </a:p>
        </p:txBody>
      </p:sp>
      <p:sp>
        <p:nvSpPr>
          <p:cNvPr id="4" name="Blok 1"/>
          <p:cNvSpPr/>
          <p:nvPr/>
        </p:nvSpPr>
        <p:spPr>
          <a:xfrm>
            <a:off x="548640" y="137160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4F6BED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5" name="Blok text 1"/>
          <p:cNvSpPr txBox="1"/>
          <p:nvPr/>
        </p:nvSpPr>
        <p:spPr>
          <a:xfrm>
            <a:off x="548640" y="13716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Prohlížeč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700" dirty="0"/>
          </a:p>
        </p:txBody>
      </p:sp>
      <p:sp>
        <p:nvSpPr>
          <p:cNvPr id="6" name="Blok 2"/>
          <p:cNvSpPr/>
          <p:nvPr/>
        </p:nvSpPr>
        <p:spPr>
          <a:xfrm>
            <a:off x="3520440" y="137160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2B3A67"/>
          </a:solidFill>
          <a:ln w="12700">
            <a:solidFill>
              <a:srgbClr val="2B3A67"/>
            </a:solidFill>
            <a:prstDash val="solid"/>
          </a:ln>
        </p:spPr>
      </p:sp>
      <p:sp>
        <p:nvSpPr>
          <p:cNvPr id="7" name="Blok text 2"/>
          <p:cNvSpPr txBox="1"/>
          <p:nvPr/>
        </p:nvSpPr>
        <p:spPr>
          <a:xfrm>
            <a:off x="3520440" y="13716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server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REST API</a:t>
            </a:r>
            <a:endParaRPr lang="en-US" sz="1700" dirty="0"/>
          </a:p>
        </p:txBody>
      </p:sp>
      <p:sp>
        <p:nvSpPr>
          <p:cNvPr id="8" name="Blok 3"/>
          <p:cNvSpPr/>
          <p:nvPr/>
        </p:nvSpPr>
        <p:spPr>
          <a:xfrm>
            <a:off x="6492240" y="137160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22B8A5"/>
          </a:solidFill>
          <a:ln w="12700">
            <a:solidFill>
              <a:srgbClr val="22B8A5"/>
            </a:solidFill>
            <a:prstDash val="solid"/>
          </a:ln>
        </p:spPr>
      </p:sp>
      <p:sp>
        <p:nvSpPr>
          <p:cNvPr id="9" name="Blok text 3"/>
          <p:cNvSpPr txBox="1"/>
          <p:nvPr/>
        </p:nvSpPr>
        <p:spPr>
          <a:xfrm>
            <a:off x="6492240" y="13716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Složka workspace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soubory na disku</a:t>
            </a:r>
            <a:endParaRPr lang="en-US" sz="1700" dirty="0"/>
          </a:p>
        </p:txBody>
      </p:sp>
      <p:sp>
        <p:nvSpPr>
          <p:cNvPr id="10" name="Šipka 1"/>
          <p:cNvSpPr/>
          <p:nvPr/>
        </p:nvSpPr>
        <p:spPr>
          <a:xfrm>
            <a:off x="2697480" y="2057400"/>
            <a:ext cx="822960" cy="0"/>
          </a:xfrm>
          <a:prstGeom prst="line">
            <a:avLst/>
          </a:prstGeom>
          <a:noFill/>
          <a:ln w="25400">
            <a:solidFill>
              <a:srgbClr val="6B7489"/>
            </a:solidFill>
            <a:prstDash val="solid"/>
            <a:headEnd type="triangle"/>
            <a:tailEnd type="triangle"/>
          </a:ln>
        </p:spPr>
      </p:sp>
      <p:sp>
        <p:nvSpPr>
          <p:cNvPr id="11" name="Šipka 2"/>
          <p:cNvSpPr/>
          <p:nvPr/>
        </p:nvSpPr>
        <p:spPr>
          <a:xfrm>
            <a:off x="5669280" y="2057400"/>
            <a:ext cx="822960" cy="0"/>
          </a:xfrm>
          <a:prstGeom prst="line">
            <a:avLst/>
          </a:prstGeom>
          <a:noFill/>
          <a:ln w="25400">
            <a:solidFill>
              <a:srgbClr val="6B7489"/>
            </a:solidFill>
            <a:prstDash val="solid"/>
            <a:headEnd type="triangle"/>
            <a:tailEnd type="triangle"/>
          </a:ln>
        </p:spPr>
      </p:sp>
      <p:sp>
        <p:nvSpPr>
          <p:cNvPr id="12" name="Popis šipky 1"/>
          <p:cNvSpPr txBox="1"/>
          <p:nvPr/>
        </p:nvSpPr>
        <p:spPr>
          <a:xfrm>
            <a:off x="2606040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</a:t>
            </a:r>
            <a:endParaRPr lang="en-US" sz="1000" dirty="0"/>
          </a:p>
        </p:txBody>
      </p:sp>
      <p:sp>
        <p:nvSpPr>
          <p:cNvPr id="13" name="Popis šipky 2"/>
          <p:cNvSpPr txBox="1"/>
          <p:nvPr/>
        </p:nvSpPr>
        <p:spPr>
          <a:xfrm>
            <a:off x="5577840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čtení / zápis</a:t>
            </a:r>
            <a:endParaRPr lang="en-US" sz="1000" dirty="0"/>
          </a:p>
        </p:txBody>
      </p:sp>
      <p:sp>
        <p:nvSpPr>
          <p:cNvPr id="14" name="API nadpis"/>
          <p:cNvSpPr txBox="1"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Hlavní koncové body API</a:t>
            </a:r>
            <a:endParaRPr lang="en-US" sz="1400" dirty="0"/>
          </a:p>
        </p:txBody>
      </p:sp>
      <p:sp>
        <p:nvSpPr>
          <p:cNvPr id="15" name="API seznam"/>
          <p:cNvSpPr txBox="1"/>
          <p:nvPr/>
        </p:nvSpPr>
        <p:spPr>
          <a:xfrm>
            <a:off x="548640" y="3474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/api/list · /api/upload · /api/rename · /api/delete · /api/organize/preview · /api/organize/run · /api/organize/undo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Funkce průzkumníka souborů</a:t>
            </a:r>
            <a:endParaRPr lang="en-US" sz="2600" dirty="0"/>
          </a:p>
        </p:txBody>
      </p:sp>
      <p:sp>
        <p:nvSpPr>
          <p:cNvPr id="4" name="Seznam funkcí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Procházení složek, drobečková navigace, strom složek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Nahrávání tlačítkem i přetažením souborů (drag &amp; drop)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Vytvoření složky, přejmenování, mazání s potvrzením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Náhled obrázků, videí, zvuku a textových souborů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Řazení podle sloupců a vyhledávání v aktuální složce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Statistika: kolik souborů je v jaké kategorii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Automatické třídění: 4 režimy</a:t>
            </a:r>
            <a:endParaRPr lang="en-US" sz="2600" dirty="0"/>
          </a:p>
        </p:txBody>
      </p:sp>
      <p:sp>
        <p:nvSpPr>
          <p:cNvPr id="4" name="Typ karta"/>
          <p:cNvSpPr/>
          <p:nvPr/>
        </p:nvSpPr>
        <p:spPr>
          <a:xfrm>
            <a:off x="548640" y="118872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5" name="Typ akcent"/>
          <p:cNvSpPr/>
          <p:nvPr/>
        </p:nvSpPr>
        <p:spPr>
          <a:xfrm>
            <a:off x="548640" y="1353312"/>
            <a:ext cx="64008" cy="457200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6" name="Typ nadpis"/>
          <p:cNvSpPr txBox="1"/>
          <p:nvPr/>
        </p:nvSpPr>
        <p:spPr>
          <a:xfrm>
            <a:off x="777240" y="12984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Podle typu</a:t>
            </a:r>
            <a:endParaRPr lang="en-US" sz="1600" dirty="0"/>
          </a:p>
        </p:txBody>
      </p:sp>
      <p:sp>
        <p:nvSpPr>
          <p:cNvPr id="7" name="Typ text"/>
          <p:cNvSpPr txBox="1"/>
          <p:nvPr/>
        </p:nvSpPr>
        <p:spPr>
          <a:xfrm>
            <a:off x="777240" y="171907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Obrázky, Dokumenty, Hudba, Videa, Archivy, Kód, Programy, Ostatní.</a:t>
            </a:r>
            <a:endParaRPr lang="en-US" sz="1250" dirty="0"/>
          </a:p>
        </p:txBody>
      </p:sp>
      <p:sp>
        <p:nvSpPr>
          <p:cNvPr id="8" name="Přípona karta"/>
          <p:cNvSpPr/>
          <p:nvPr/>
        </p:nvSpPr>
        <p:spPr>
          <a:xfrm>
            <a:off x="4754880" y="118872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9" name="Přípona akcent"/>
          <p:cNvSpPr/>
          <p:nvPr/>
        </p:nvSpPr>
        <p:spPr>
          <a:xfrm>
            <a:off x="4754880" y="1353312"/>
            <a:ext cx="64008" cy="457200"/>
          </a:xfrm>
          <a:prstGeom prst="rect">
            <a:avLst/>
          </a:prstGeom>
          <a:solidFill>
            <a:srgbClr val="22B8A5"/>
          </a:solidFill>
          <a:ln w="12700">
            <a:solidFill>
              <a:srgbClr val="22B8A5"/>
            </a:solidFill>
            <a:prstDash val="solid"/>
          </a:ln>
        </p:spPr>
      </p:sp>
      <p:sp>
        <p:nvSpPr>
          <p:cNvPr id="10" name="Přípona nadpis"/>
          <p:cNvSpPr txBox="1"/>
          <p:nvPr/>
        </p:nvSpPr>
        <p:spPr>
          <a:xfrm>
            <a:off x="4983480" y="12984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Podle přípony</a:t>
            </a:r>
            <a:endParaRPr lang="en-US" sz="1600" dirty="0"/>
          </a:p>
        </p:txBody>
      </p:sp>
      <p:sp>
        <p:nvSpPr>
          <p:cNvPr id="11" name="Přípona text"/>
          <p:cNvSpPr txBox="1"/>
          <p:nvPr/>
        </p:nvSpPr>
        <p:spPr>
          <a:xfrm>
            <a:off x="4983480" y="171907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Každá přípona dostane vlastní složku: pdf, jpg, docx…</a:t>
            </a:r>
            <a:endParaRPr lang="en-US" sz="1250" dirty="0"/>
          </a:p>
        </p:txBody>
      </p:sp>
      <p:sp>
        <p:nvSpPr>
          <p:cNvPr id="12" name="Datum karta"/>
          <p:cNvSpPr/>
          <p:nvPr/>
        </p:nvSpPr>
        <p:spPr>
          <a:xfrm>
            <a:off x="548640" y="297180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Datum akcent"/>
          <p:cNvSpPr/>
          <p:nvPr/>
        </p:nvSpPr>
        <p:spPr>
          <a:xfrm>
            <a:off x="548640" y="3136392"/>
            <a:ext cx="64008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Datum nadpis"/>
          <p:cNvSpPr txBox="1"/>
          <p:nvPr/>
        </p:nvSpPr>
        <p:spPr>
          <a:xfrm>
            <a:off x="777240" y="30815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Podle data</a:t>
            </a:r>
            <a:endParaRPr lang="en-US" sz="1600" dirty="0"/>
          </a:p>
        </p:txBody>
      </p:sp>
      <p:sp>
        <p:nvSpPr>
          <p:cNvPr id="15" name="Datum text"/>
          <p:cNvSpPr txBox="1"/>
          <p:nvPr/>
        </p:nvSpPr>
        <p:spPr>
          <a:xfrm>
            <a:off x="777240" y="350215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rok / měsíc podle data poslední změny souboru.</a:t>
            </a:r>
            <a:endParaRPr lang="en-US" sz="1250" dirty="0"/>
          </a:p>
        </p:txBody>
      </p:sp>
      <p:sp>
        <p:nvSpPr>
          <p:cNvPr id="16" name="Velikost karta"/>
          <p:cNvSpPr/>
          <p:nvPr/>
        </p:nvSpPr>
        <p:spPr>
          <a:xfrm>
            <a:off x="4754880" y="297180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7" name="Velikost akcent"/>
          <p:cNvSpPr/>
          <p:nvPr/>
        </p:nvSpPr>
        <p:spPr>
          <a:xfrm>
            <a:off x="4754880" y="3136392"/>
            <a:ext cx="64008" cy="457200"/>
          </a:xfrm>
          <a:prstGeom prst="rect">
            <a:avLst/>
          </a:prstGeom>
          <a:solidFill>
            <a:srgbClr val="D6455D"/>
          </a:solidFill>
          <a:ln w="12700">
            <a:solidFill>
              <a:srgbClr val="D6455D"/>
            </a:solidFill>
            <a:prstDash val="solid"/>
          </a:ln>
        </p:spPr>
      </p:sp>
      <p:sp>
        <p:nvSpPr>
          <p:cNvPr id="18" name="Velikost nadpis"/>
          <p:cNvSpPr txBox="1"/>
          <p:nvPr/>
        </p:nvSpPr>
        <p:spPr>
          <a:xfrm>
            <a:off x="4983480" y="30815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Podle velikosti</a:t>
            </a:r>
            <a:endParaRPr lang="en-US" sz="1600" dirty="0"/>
          </a:p>
        </p:txBody>
      </p:sp>
      <p:sp>
        <p:nvSpPr>
          <p:cNvPr id="19" name="Velikost text"/>
          <p:cNvSpPr txBox="1"/>
          <p:nvPr/>
        </p:nvSpPr>
        <p:spPr>
          <a:xfrm>
            <a:off x="4983480" y="350215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Malé a Velké soubory, limit si nastaví uživatel v MB.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Ukázka: před a po uspořádání</a:t>
            </a:r>
            <a:endParaRPr lang="en-US" sz="2600" dirty="0"/>
          </a:p>
        </p:txBody>
      </p:sp>
      <p:sp>
        <p:nvSpPr>
          <p:cNvPr id="4" name="Před štítek"/>
          <p:cNvSpPr txBox="1"/>
          <p:nvPr/>
        </p:nvSpPr>
        <p:spPr>
          <a:xfrm>
            <a:off x="54864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</a:t>
            </a:r>
            <a:endParaRPr lang="en-US" sz="1300" dirty="0"/>
          </a:p>
        </p:txBody>
      </p:sp>
      <p:sp>
        <p:nvSpPr>
          <p:cNvPr id="5" name="Před seznam"/>
          <p:cNvSpPr txBox="1"/>
          <p:nvPr/>
        </p:nvSpPr>
        <p:spPr>
          <a:xfrm>
            <a:off x="548640" y="1508760"/>
            <a:ext cx="3840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foto.jpg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zprava.pdf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pisen.mp3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film.mp4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skript.py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archiv.zip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data.csv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logo.png</a:t>
            </a:r>
            <a:endParaRPr lang="en-US" sz="1400" dirty="0"/>
          </a:p>
        </p:txBody>
      </p:sp>
      <p:sp>
        <p:nvSpPr>
          <p:cNvPr id="6" name="Šipka"/>
          <p:cNvSpPr txBox="1"/>
          <p:nvPr/>
        </p:nvSpPr>
        <p:spPr>
          <a:xfrm>
            <a:off x="4389120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6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Po štítek"/>
          <p:cNvSpPr txBox="1"/>
          <p:nvPr/>
        </p:nvSpPr>
        <p:spPr>
          <a:xfrm>
            <a:off x="475488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300" dirty="0"/>
          </a:p>
        </p:txBody>
      </p:sp>
      <p:sp>
        <p:nvSpPr>
          <p:cNvPr id="8" name="Po seznam"/>
          <p:cNvSpPr txBox="1"/>
          <p:nvPr/>
        </p:nvSpPr>
        <p:spPr>
          <a:xfrm>
            <a:off x="4754880" y="1508760"/>
            <a:ext cx="3840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Obrázky/  foto.jpg, logo.png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Dokumenty/  zprava.pdf, data.csv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Hudba/  pisen.mp3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Videa/  film.mp4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Kód/  skript.py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Archivy/  archiv.zip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Bezpečnost a ochrana dat</a:t>
            </a:r>
            <a:endParaRPr lang="en-US" sz="2600" dirty="0"/>
          </a:p>
        </p:txBody>
      </p:sp>
      <p:sp>
        <p:nvSpPr>
          <p:cNvPr id="4" name="Sandbox karta"/>
          <p:cNvSpPr/>
          <p:nvPr/>
        </p:nvSpPr>
        <p:spPr>
          <a:xfrm>
            <a:off x="548640" y="118872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5" name="Sandbox akcent"/>
          <p:cNvSpPr/>
          <p:nvPr/>
        </p:nvSpPr>
        <p:spPr>
          <a:xfrm>
            <a:off x="548640" y="1353312"/>
            <a:ext cx="64008" cy="457200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6" name="Sandbox nadpis"/>
          <p:cNvSpPr txBox="1"/>
          <p:nvPr/>
        </p:nvSpPr>
        <p:spPr>
          <a:xfrm>
            <a:off x="777240" y="1298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600" dirty="0"/>
          </a:p>
        </p:txBody>
      </p:sp>
      <p:sp>
        <p:nvSpPr>
          <p:cNvPr id="7" name="Sandbox text"/>
          <p:cNvSpPr txBox="1"/>
          <p:nvPr/>
        </p:nvSpPr>
        <p:spPr>
          <a:xfrm>
            <a:off x="777240" y="1719072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Aplikace pracuje jen ve složce workspace. Cesty mimo ni (např. ../) server odmítne.</a:t>
            </a:r>
            <a:endParaRPr lang="en-US" sz="1250" dirty="0"/>
          </a:p>
        </p:txBody>
      </p:sp>
      <p:sp>
        <p:nvSpPr>
          <p:cNvPr id="8" name="Náhled karta"/>
          <p:cNvSpPr/>
          <p:nvPr/>
        </p:nvSpPr>
        <p:spPr>
          <a:xfrm>
            <a:off x="3291840" y="118872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9" name="Náhled akcent"/>
          <p:cNvSpPr/>
          <p:nvPr/>
        </p:nvSpPr>
        <p:spPr>
          <a:xfrm>
            <a:off x="3291840" y="1353312"/>
            <a:ext cx="64008" cy="457200"/>
          </a:xfrm>
          <a:prstGeom prst="rect">
            <a:avLst/>
          </a:prstGeom>
          <a:solidFill>
            <a:srgbClr val="22B8A5"/>
          </a:solidFill>
          <a:ln w="12700">
            <a:solidFill>
              <a:srgbClr val="22B8A5"/>
            </a:solidFill>
            <a:prstDash val="solid"/>
          </a:ln>
        </p:spPr>
      </p:sp>
      <p:sp>
        <p:nvSpPr>
          <p:cNvPr id="10" name="Náhled nadpis"/>
          <p:cNvSpPr txBox="1"/>
          <p:nvPr/>
        </p:nvSpPr>
        <p:spPr>
          <a:xfrm>
            <a:off x="3520440" y="1298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Náhled</a:t>
            </a:r>
            <a:endParaRPr lang="en-US" sz="1600" dirty="0"/>
          </a:p>
        </p:txBody>
      </p:sp>
      <p:sp>
        <p:nvSpPr>
          <p:cNvPr id="11" name="Náhled text"/>
          <p:cNvSpPr txBox="1"/>
          <p:nvPr/>
        </p:nvSpPr>
        <p:spPr>
          <a:xfrm>
            <a:off x="3520440" y="1719072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 přesunem se ukáže přesně, co se stane. Nic se neprovede bez potvrzení.</a:t>
            </a:r>
            <a:endParaRPr lang="en-US" sz="1250" dirty="0"/>
          </a:p>
        </p:txBody>
      </p:sp>
      <p:sp>
        <p:nvSpPr>
          <p:cNvPr id="12" name="Zpět karta"/>
          <p:cNvSpPr/>
          <p:nvPr/>
        </p:nvSpPr>
        <p:spPr>
          <a:xfrm>
            <a:off x="6035040" y="118872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Zpět akcent"/>
          <p:cNvSpPr/>
          <p:nvPr/>
        </p:nvSpPr>
        <p:spPr>
          <a:xfrm>
            <a:off x="6035040" y="1353312"/>
            <a:ext cx="64008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Zpět nadpis"/>
          <p:cNvSpPr txBox="1"/>
          <p:nvPr/>
        </p:nvSpPr>
        <p:spPr>
          <a:xfrm>
            <a:off x="6263640" y="1298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Zpět</a:t>
            </a:r>
            <a:endParaRPr lang="en-US" sz="1600" dirty="0"/>
          </a:p>
        </p:txBody>
      </p:sp>
      <p:sp>
        <p:nvSpPr>
          <p:cNvPr id="15" name="Zpět text"/>
          <p:cNvSpPr txBox="1"/>
          <p:nvPr/>
        </p:nvSpPr>
        <p:spPr>
          <a:xfrm>
            <a:off x="6263640" y="1719072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Každé uspořádání se uloží do historie a jde vrátit. Soubory se nikdy nepřepíšou, ale přejmenují (1), (2)…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Spuštění projektu</a:t>
            </a:r>
            <a:endParaRPr lang="en-US" sz="2600" dirty="0"/>
          </a:p>
        </p:txBody>
      </p:sp>
      <p:sp>
        <p:nvSpPr>
          <p:cNvPr id="4" name="Příkazy"/>
          <p:cNvSpPr txBox="1"/>
          <p:nvPr/>
        </p:nvSpPr>
        <p:spPr>
          <a:xfrm>
            <a:off x="548640" y="1234440"/>
            <a:ext cx="8046720" cy="1005840"/>
          </a:xfrm>
          <a:prstGeom prst="rect">
            <a:avLst/>
          </a:prstGeom>
          <a:solidFill>
            <a:srgbClr val="1C2333"/>
          </a:solidFill>
          <a:ln/>
        </p:spPr>
        <p:txBody>
          <a:bodyPr wrap="square" lIns="203200" tIns="203200" rIns="203200" bIns="2032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1800" dirty="0"/>
          </a:p>
        </p:txBody>
      </p:sp>
      <p:sp>
        <p:nvSpPr>
          <p:cNvPr id="5" name="Adresa"/>
          <p:cNvSpPr txBox="1"/>
          <p:nvPr/>
        </p:nvSpPr>
        <p:spPr>
          <a:xfrm>
            <a:off x="548640" y="2468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otevřít v prohlížeči: http://127.0.0.1:5000</a:t>
            </a:r>
            <a:endParaRPr lang="en-US" sz="1600" dirty="0"/>
          </a:p>
        </p:txBody>
      </p:sp>
      <p:sp>
        <p:nvSpPr>
          <p:cNvPr id="6" name="Struktura nadpis"/>
          <p:cNvSpPr txBox="1"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projektu</a:t>
            </a:r>
            <a:endParaRPr lang="en-US" sz="1400" dirty="0"/>
          </a:p>
        </p:txBody>
      </p:sp>
      <p:sp>
        <p:nvSpPr>
          <p:cNvPr id="7" name="Struktura"/>
          <p:cNvSpPr txBox="1"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· static/index.html · static/style.css · static/app.js · workspace/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Závěr a možná vylepšení</a:t>
            </a:r>
            <a:endParaRPr lang="en-US" sz="2600" dirty="0"/>
          </a:p>
        </p:txBody>
      </p:sp>
      <p:sp>
        <p:nvSpPr>
          <p:cNvPr id="4" name="Povedlo štítek"/>
          <p:cNvSpPr txBox="1"/>
          <p:nvPr/>
        </p:nvSpPr>
        <p:spPr>
          <a:xfrm>
            <a:off x="54864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se povedlo</a:t>
            </a:r>
            <a:endParaRPr lang="en-US" sz="1600" dirty="0"/>
          </a:p>
        </p:txBody>
      </p:sp>
      <p:sp>
        <p:nvSpPr>
          <p:cNvPr id="5" name="Povedlo seznam"/>
          <p:cNvSpPr txBox="1"/>
          <p:nvPr/>
        </p:nvSpPr>
        <p:spPr>
          <a:xfrm>
            <a:off x="548640" y="155448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Funkční průzkumník souborů v prohlížeči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režimy třídění s náhledem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Bezpečná práce a vrácení změn</a:t>
            </a:r>
            <a:endParaRPr lang="en-US" sz="1500" dirty="0"/>
          </a:p>
        </p:txBody>
      </p:sp>
      <p:sp>
        <p:nvSpPr>
          <p:cNvPr id="6" name="Budoucnost štítek"/>
          <p:cNvSpPr txBox="1"/>
          <p:nvPr/>
        </p:nvSpPr>
        <p:spPr>
          <a:xfrm>
            <a:off x="475488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Nápady do budoucna</a:t>
            </a:r>
            <a:endParaRPr lang="en-US" sz="1600" dirty="0"/>
          </a:p>
        </p:txBody>
      </p:sp>
      <p:sp>
        <p:nvSpPr>
          <p:cNvPr id="7" name="Budoucnost seznam"/>
          <p:cNvSpPr txBox="1"/>
          <p:nvPr/>
        </p:nvSpPr>
        <p:spPr>
          <a:xfrm>
            <a:off x="4754880" y="155448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Vlastní pravidla (např. faktury do složky Účetnictví)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Automatické třídění na pozadí podle plánu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Přihlášení uživatelů a více pracovních složek</a:t>
            </a:r>
            <a:endParaRPr lang="en-US" sz="1500" dirty="0"/>
          </a:p>
        </p:txBody>
      </p:sp>
      <p:sp>
        <p:nvSpPr>
          <p:cNvPr id="8" name="Poděkování pozadí"/>
          <p:cNvSpPr/>
          <p:nvPr/>
        </p:nvSpPr>
        <p:spPr>
          <a:xfrm>
            <a:off x="548640" y="384048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4F6BED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9" name="Poděkování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Děkuji za pozornost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Automatický organizátor souborů</dc:title>
  <dc:subject>PptxGenJS Presentation</dc:subject>
  <dc:creator>Patrik Mičian</dc:creator>
  <cp:lastModifiedBy>Patrik Mičian</cp:lastModifiedBy>
  <cp:revision>1</cp:revision>
  <dcterms:created xsi:type="dcterms:W3CDTF">2026-10-13T08:06:22Z</dcterms:created>
  <dcterms:modified xsi:type="dcterms:W3CDTF">2026-10-13T08:06:22Z</dcterms:modified>
</cp:coreProperties>
</file>